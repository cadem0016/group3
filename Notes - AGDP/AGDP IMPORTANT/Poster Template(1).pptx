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1F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47801-26BE-4980-9B57-43978C350993}" v="6" dt="2026-02-27T14:48:47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4220" y="264"/>
      </p:cViewPr>
      <p:guideLst>
        <p:guide orient="horz" pos="9535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ntan Healy" userId="6925c809-5636-4231-9063-fd3351892868" providerId="ADAL" clId="{D84923B5-ABE3-4026-8B3A-A2CF07764552}"/>
    <pc:docChg chg="undo custSel addSld modSld modMainMaster">
      <pc:chgData name="Fintan Healy" userId="6925c809-5636-4231-9063-fd3351892868" providerId="ADAL" clId="{D84923B5-ABE3-4026-8B3A-A2CF07764552}" dt="2026-02-18T00:09:29.963" v="485" actId="14100"/>
      <pc:docMkLst>
        <pc:docMk/>
      </pc:docMkLst>
      <pc:sldChg chg="addSp delSp modSp mod">
        <pc:chgData name="Fintan Healy" userId="6925c809-5636-4231-9063-fd3351892868" providerId="ADAL" clId="{D84923B5-ABE3-4026-8B3A-A2CF07764552}" dt="2026-02-18T00:01:57.661" v="223" actId="164"/>
        <pc:sldMkLst>
          <pc:docMk/>
          <pc:sldMk cId="1972024997" sldId="256"/>
        </pc:sldMkLst>
        <pc:spChg chg="mod">
          <ac:chgData name="Fintan Healy" userId="6925c809-5636-4231-9063-fd3351892868" providerId="ADAL" clId="{D84923B5-ABE3-4026-8B3A-A2CF07764552}" dt="2026-02-17T23:51:35.814" v="7" actId="14100"/>
          <ac:spMkLst>
            <pc:docMk/>
            <pc:sldMk cId="1972024997" sldId="256"/>
            <ac:spMk id="3" creationId="{B98F9499-9819-CB33-C31F-2B8473440A67}"/>
          </ac:spMkLst>
        </pc:spChg>
        <pc:spChg chg="mod topLvl">
          <ac:chgData name="Fintan Healy" userId="6925c809-5636-4231-9063-fd3351892868" providerId="ADAL" clId="{D84923B5-ABE3-4026-8B3A-A2CF07764552}" dt="2026-02-17T23:59:16.362" v="122" actId="164"/>
          <ac:spMkLst>
            <pc:docMk/>
            <pc:sldMk cId="1972024997" sldId="256"/>
            <ac:spMk id="5" creationId="{59A2A43B-BA38-08F6-DA73-404DA63D778C}"/>
          </ac:spMkLst>
        </pc:spChg>
        <pc:spChg chg="mod">
          <ac:chgData name="Fintan Healy" userId="6925c809-5636-4231-9063-fd3351892868" providerId="ADAL" clId="{D84923B5-ABE3-4026-8B3A-A2CF07764552}" dt="2026-02-17T23:59:16.362" v="122" actId="164"/>
          <ac:spMkLst>
            <pc:docMk/>
            <pc:sldMk cId="1972024997" sldId="256"/>
            <ac:spMk id="11" creationId="{53305742-8AF5-3FF7-7855-1034DC8E5C66}"/>
          </ac:spMkLst>
        </pc:spChg>
        <pc:spChg chg="add mod">
          <ac:chgData name="Fintan Healy" userId="6925c809-5636-4231-9063-fd3351892868" providerId="ADAL" clId="{D84923B5-ABE3-4026-8B3A-A2CF07764552}" dt="2026-02-18T00:01:57.661" v="223" actId="164"/>
          <ac:spMkLst>
            <pc:docMk/>
            <pc:sldMk cId="1972024997" sldId="256"/>
            <ac:spMk id="14" creationId="{64F040F4-CB1C-31E5-53B4-7F6A4EF548CA}"/>
          </ac:spMkLst>
        </pc:spChg>
        <pc:spChg chg="mod">
          <ac:chgData name="Fintan Healy" userId="6925c809-5636-4231-9063-fd3351892868" providerId="ADAL" clId="{D84923B5-ABE3-4026-8B3A-A2CF07764552}" dt="2026-02-17T23:51:18.088" v="5" actId="1076"/>
          <ac:spMkLst>
            <pc:docMk/>
            <pc:sldMk cId="1972024997" sldId="256"/>
            <ac:spMk id="24" creationId="{50AC8806-B915-908B-DE47-EAA0E4B03674}"/>
          </ac:spMkLst>
        </pc:spChg>
        <pc:graphicFrameChg chg="modGraphic">
          <ac:chgData name="Fintan Healy" userId="6925c809-5636-4231-9063-fd3351892868" providerId="ADAL" clId="{D84923B5-ABE3-4026-8B3A-A2CF07764552}" dt="2026-02-17T23:51:11.406" v="4" actId="207"/>
          <ac:graphicFrameMkLst>
            <pc:docMk/>
            <pc:sldMk cId="1972024997" sldId="256"/>
            <ac:graphicFrameMk id="6" creationId="{268FC3E9-81D9-6DAF-900E-D7A0AAD33932}"/>
          </ac:graphicFrameMkLst>
        </pc:graphicFrameChg>
        <pc:picChg chg="add mod">
          <ac:chgData name="Fintan Healy" userId="6925c809-5636-4231-9063-fd3351892868" providerId="ADAL" clId="{D84923B5-ABE3-4026-8B3A-A2CF07764552}" dt="2026-02-18T00:01:57.661" v="223" actId="164"/>
          <ac:picMkLst>
            <pc:docMk/>
            <pc:sldMk cId="1972024997" sldId="256"/>
            <ac:picMk id="10" creationId="{837706E8-0EE6-BEDE-3916-1EC715FA2F46}"/>
          </ac:picMkLst>
        </pc:picChg>
      </pc:sldChg>
      <pc:sldChg chg="addSp delSp modSp add mod">
        <pc:chgData name="Fintan Healy" userId="6925c809-5636-4231-9063-fd3351892868" providerId="ADAL" clId="{D84923B5-ABE3-4026-8B3A-A2CF07764552}" dt="2026-02-18T00:02:02.163" v="224"/>
        <pc:sldMkLst>
          <pc:docMk/>
          <pc:sldMk cId="2267648286" sldId="257"/>
        </pc:sldMkLst>
        <pc:spChg chg="add mod ord">
          <ac:chgData name="Fintan Healy" userId="6925c809-5636-4231-9063-fd3351892868" providerId="ADAL" clId="{D84923B5-ABE3-4026-8B3A-A2CF07764552}" dt="2026-02-18T00:00:52.987" v="183" actId="20577"/>
          <ac:spMkLst>
            <pc:docMk/>
            <pc:sldMk cId="2267648286" sldId="257"/>
            <ac:spMk id="2" creationId="{7D0A8637-FA9B-C2D7-3617-879C97FA82ED}"/>
          </ac:spMkLst>
        </pc:spChg>
        <pc:spChg chg="add mod">
          <ac:chgData name="Fintan Healy" userId="6925c809-5636-4231-9063-fd3351892868" providerId="ADAL" clId="{D84923B5-ABE3-4026-8B3A-A2CF07764552}" dt="2026-02-18T00:00:59.070" v="191" actId="20577"/>
          <ac:spMkLst>
            <pc:docMk/>
            <pc:sldMk cId="2267648286" sldId="257"/>
            <ac:spMk id="8" creationId="{E5A7ADC4-4642-C61D-D53F-6C98875C7B1E}"/>
          </ac:spMkLst>
        </pc:spChg>
        <pc:spChg chg="mod">
          <ac:chgData name="Fintan Healy" userId="6925c809-5636-4231-9063-fd3351892868" providerId="ADAL" clId="{D84923B5-ABE3-4026-8B3A-A2CF07764552}" dt="2026-02-18T00:02:02.163" v="224"/>
          <ac:spMkLst>
            <pc:docMk/>
            <pc:sldMk cId="2267648286" sldId="257"/>
            <ac:spMk id="12" creationId="{FC7D42F7-5D44-C9B1-9357-D9BE9996BF9A}"/>
          </ac:spMkLst>
        </pc:spChg>
        <pc:spChg chg="mod">
          <ac:chgData name="Fintan Healy" userId="6925c809-5636-4231-9063-fd3351892868" providerId="ADAL" clId="{D84923B5-ABE3-4026-8B3A-A2CF07764552}" dt="2026-02-18T00:02:02.163" v="224"/>
          <ac:spMkLst>
            <pc:docMk/>
            <pc:sldMk cId="2267648286" sldId="257"/>
            <ac:spMk id="14" creationId="{082B7DD2-46AB-9047-0B8F-41261F6AD9B1}"/>
          </ac:spMkLst>
        </pc:spChg>
        <pc:spChg chg="mod">
          <ac:chgData name="Fintan Healy" userId="6925c809-5636-4231-9063-fd3351892868" providerId="ADAL" clId="{D84923B5-ABE3-4026-8B3A-A2CF07764552}" dt="2026-02-18T00:02:02.163" v="224"/>
          <ac:spMkLst>
            <pc:docMk/>
            <pc:sldMk cId="2267648286" sldId="257"/>
            <ac:spMk id="15" creationId="{CE3D24F4-1510-9FE3-1420-BA232EF24333}"/>
          </ac:spMkLst>
        </pc:spChg>
        <pc:grpChg chg="add mod">
          <ac:chgData name="Fintan Healy" userId="6925c809-5636-4231-9063-fd3351892868" providerId="ADAL" clId="{D84923B5-ABE3-4026-8B3A-A2CF07764552}" dt="2026-02-18T00:02:02.163" v="224"/>
          <ac:grpSpMkLst>
            <pc:docMk/>
            <pc:sldMk cId="2267648286" sldId="257"/>
            <ac:grpSpMk id="9" creationId="{92F263CC-5EE5-FDEB-F3DF-55D31E6DD88F}"/>
          </ac:grpSpMkLst>
        </pc:grpChg>
        <pc:grpChg chg="mod">
          <ac:chgData name="Fintan Healy" userId="6925c809-5636-4231-9063-fd3351892868" providerId="ADAL" clId="{D84923B5-ABE3-4026-8B3A-A2CF07764552}" dt="2026-02-18T00:02:02.163" v="224"/>
          <ac:grpSpMkLst>
            <pc:docMk/>
            <pc:sldMk cId="2267648286" sldId="257"/>
            <ac:grpSpMk id="10" creationId="{1A6E66FB-2C1E-C31A-CC6A-7011070BDE70}"/>
          </ac:grpSpMkLst>
        </pc:grpChg>
        <pc:picChg chg="mod">
          <ac:chgData name="Fintan Healy" userId="6925c809-5636-4231-9063-fd3351892868" providerId="ADAL" clId="{D84923B5-ABE3-4026-8B3A-A2CF07764552}" dt="2026-02-18T00:02:02.163" v="224"/>
          <ac:picMkLst>
            <pc:docMk/>
            <pc:sldMk cId="2267648286" sldId="257"/>
            <ac:picMk id="11" creationId="{929DC306-3FD2-7446-9AB4-7E8F4704DD45}"/>
          </ac:picMkLst>
        </pc:picChg>
      </pc:sldChg>
      <pc:sldChg chg="addSp delSp modSp add mod">
        <pc:chgData name="Fintan Healy" userId="6925c809-5636-4231-9063-fd3351892868" providerId="ADAL" clId="{D84923B5-ABE3-4026-8B3A-A2CF07764552}" dt="2026-02-18T00:03:21.552" v="232" actId="12789"/>
        <pc:sldMkLst>
          <pc:docMk/>
          <pc:sldMk cId="3751583396" sldId="258"/>
        </pc:sldMkLst>
        <pc:spChg chg="mod">
          <ac:chgData name="Fintan Healy" userId="6925c809-5636-4231-9063-fd3351892868" providerId="ADAL" clId="{D84923B5-ABE3-4026-8B3A-A2CF07764552}" dt="2026-02-18T00:03:21.552" v="232" actId="12789"/>
          <ac:spMkLst>
            <pc:docMk/>
            <pc:sldMk cId="3751583396" sldId="258"/>
            <ac:spMk id="2" creationId="{21E16D7D-7A1A-C857-57D7-7BD6C0FFFC95}"/>
          </ac:spMkLst>
        </pc:spChg>
        <pc:spChg chg="add mod">
          <ac:chgData name="Fintan Healy" userId="6925c809-5636-4231-9063-fd3351892868" providerId="ADAL" clId="{D84923B5-ABE3-4026-8B3A-A2CF07764552}" dt="2026-02-18T00:03:21.552" v="232" actId="12789"/>
          <ac:spMkLst>
            <pc:docMk/>
            <pc:sldMk cId="3751583396" sldId="258"/>
            <ac:spMk id="3" creationId="{8F7819E2-BC41-8D10-E4BF-906453B35DFE}"/>
          </ac:spMkLst>
        </pc:spChg>
        <pc:spChg chg="add mod">
          <ac:chgData name="Fintan Healy" userId="6925c809-5636-4231-9063-fd3351892868" providerId="ADAL" clId="{D84923B5-ABE3-4026-8B3A-A2CF07764552}" dt="2026-02-18T00:03:21.552" v="232" actId="12789"/>
          <ac:spMkLst>
            <pc:docMk/>
            <pc:sldMk cId="3751583396" sldId="258"/>
            <ac:spMk id="5" creationId="{DA6C3863-DDE1-3EDC-C2D0-DE11941EC8A7}"/>
          </ac:spMkLst>
        </pc:spChg>
      </pc:sldChg>
      <pc:sldChg chg="addSp modSp add mod">
        <pc:chgData name="Fintan Healy" userId="6925c809-5636-4231-9063-fd3351892868" providerId="ADAL" clId="{D84923B5-ABE3-4026-8B3A-A2CF07764552}" dt="2026-02-18T00:09:29.963" v="485" actId="14100"/>
        <pc:sldMkLst>
          <pc:docMk/>
          <pc:sldMk cId="972286281" sldId="259"/>
        </pc:sldMkLst>
        <pc:spChg chg="mod">
          <ac:chgData name="Fintan Healy" userId="6925c809-5636-4231-9063-fd3351892868" providerId="ADAL" clId="{D84923B5-ABE3-4026-8B3A-A2CF07764552}" dt="2026-02-18T00:09:25.312" v="483" actId="14100"/>
          <ac:spMkLst>
            <pc:docMk/>
            <pc:sldMk cId="972286281" sldId="259"/>
            <ac:spMk id="2" creationId="{13A1CF7B-D3FD-0DFA-1DC4-7411B9C8C721}"/>
          </ac:spMkLst>
        </pc:spChg>
        <pc:spChg chg="mod">
          <ac:chgData name="Fintan Healy" userId="6925c809-5636-4231-9063-fd3351892868" providerId="ADAL" clId="{D84923B5-ABE3-4026-8B3A-A2CF07764552}" dt="2026-02-18T00:09:13.729" v="481" actId="14100"/>
          <ac:spMkLst>
            <pc:docMk/>
            <pc:sldMk cId="972286281" sldId="259"/>
            <ac:spMk id="3" creationId="{1E9D4209-E7F6-4C39-0E35-342B421467DA}"/>
          </ac:spMkLst>
        </pc:spChg>
        <pc:spChg chg="mod">
          <ac:chgData name="Fintan Healy" userId="6925c809-5636-4231-9063-fd3351892868" providerId="ADAL" clId="{D84923B5-ABE3-4026-8B3A-A2CF07764552}" dt="2026-02-18T00:09:23.006" v="482" actId="1076"/>
          <ac:spMkLst>
            <pc:docMk/>
            <pc:sldMk cId="972286281" sldId="259"/>
            <ac:spMk id="4" creationId="{031D19CD-44FF-4468-4078-AF5E378913BA}"/>
          </ac:spMkLst>
        </pc:spChg>
        <pc:spChg chg="mod">
          <ac:chgData name="Fintan Healy" userId="6925c809-5636-4231-9063-fd3351892868" providerId="ADAL" clId="{D84923B5-ABE3-4026-8B3A-A2CF07764552}" dt="2026-02-18T00:09:05.353" v="479" actId="14100"/>
          <ac:spMkLst>
            <pc:docMk/>
            <pc:sldMk cId="972286281" sldId="259"/>
            <ac:spMk id="5" creationId="{D9E2C0BD-64E9-9A3B-8234-6B1F590ECE88}"/>
          </ac:spMkLst>
        </pc:spChg>
        <pc:spChg chg="add mod">
          <ac:chgData name="Fintan Healy" userId="6925c809-5636-4231-9063-fd3351892868" providerId="ADAL" clId="{D84923B5-ABE3-4026-8B3A-A2CF07764552}" dt="2026-02-18T00:08:31.783" v="467" actId="20577"/>
          <ac:spMkLst>
            <pc:docMk/>
            <pc:sldMk cId="972286281" sldId="259"/>
            <ac:spMk id="8" creationId="{4A8B8CD6-AA13-0939-DB8A-F73E56D8F898}"/>
          </ac:spMkLst>
        </pc:spChg>
        <pc:spChg chg="add mod">
          <ac:chgData name="Fintan Healy" userId="6925c809-5636-4231-9063-fd3351892868" providerId="ADAL" clId="{D84923B5-ABE3-4026-8B3A-A2CF07764552}" dt="2026-02-18T00:09:27.767" v="484" actId="14100"/>
          <ac:spMkLst>
            <pc:docMk/>
            <pc:sldMk cId="972286281" sldId="259"/>
            <ac:spMk id="16" creationId="{734B9745-8E3B-2337-97E6-3E49521E9A5D}"/>
          </ac:spMkLst>
        </pc:spChg>
        <pc:spChg chg="add mod">
          <ac:chgData name="Fintan Healy" userId="6925c809-5636-4231-9063-fd3351892868" providerId="ADAL" clId="{D84923B5-ABE3-4026-8B3A-A2CF07764552}" dt="2026-02-18T00:09:29.963" v="485" actId="14100"/>
          <ac:spMkLst>
            <pc:docMk/>
            <pc:sldMk cId="972286281" sldId="259"/>
            <ac:spMk id="17" creationId="{B09811CE-8ED1-BFEA-ED9D-BE31E3120AB2}"/>
          </ac:spMkLst>
        </pc:spChg>
        <pc:spChg chg="add mod">
          <ac:chgData name="Fintan Healy" userId="6925c809-5636-4231-9063-fd3351892868" providerId="ADAL" clId="{D84923B5-ABE3-4026-8B3A-A2CF07764552}" dt="2026-02-18T00:09:09.928" v="480" actId="14100"/>
          <ac:spMkLst>
            <pc:docMk/>
            <pc:sldMk cId="972286281" sldId="259"/>
            <ac:spMk id="18" creationId="{A365F777-EFE6-A649-5C97-2C74E0894E58}"/>
          </ac:spMkLst>
        </pc:spChg>
      </pc:sldChg>
      <pc:sldMasterChg chg="modSldLayout">
        <pc:chgData name="Fintan Healy" userId="6925c809-5636-4231-9063-fd3351892868" providerId="ADAL" clId="{D84923B5-ABE3-4026-8B3A-A2CF07764552}" dt="2026-02-17T23:58:36.517" v="112" actId="478"/>
        <pc:sldMasterMkLst>
          <pc:docMk/>
          <pc:sldMasterMk cId="1164882207" sldId="2147483660"/>
        </pc:sldMasterMkLst>
        <pc:sldLayoutChg chg="addSp delSp modSp mod">
          <pc:chgData name="Fintan Healy" userId="6925c809-5636-4231-9063-fd3351892868" providerId="ADAL" clId="{D84923B5-ABE3-4026-8B3A-A2CF07764552}" dt="2026-02-17T23:58:36.517" v="112" actId="478"/>
          <pc:sldLayoutMkLst>
            <pc:docMk/>
            <pc:sldMasterMk cId="1164882207" sldId="2147483660"/>
            <pc:sldLayoutMk cId="3047424991" sldId="2147483661"/>
          </pc:sldLayoutMkLst>
        </pc:sldLayoutChg>
      </pc:sldMasterChg>
    </pc:docChg>
  </pc:docChgLst>
  <pc:docChgLst>
    <pc:chgData name="Fintan Healy" userId="6925c809-5636-4231-9063-fd3351892868" providerId="ADAL" clId="{1EDBB410-FCCC-4EF2-8FE0-E5CD53B41F38}"/>
    <pc:docChg chg="custSel modSld">
      <pc:chgData name="Fintan Healy" userId="6925c809-5636-4231-9063-fd3351892868" providerId="ADAL" clId="{1EDBB410-FCCC-4EF2-8FE0-E5CD53B41F38}" dt="2026-02-27T14:48:47.508" v="139"/>
      <pc:docMkLst>
        <pc:docMk/>
      </pc:docMkLst>
      <pc:sldChg chg="addSp delSp modSp mod">
        <pc:chgData name="Fintan Healy" userId="6925c809-5636-4231-9063-fd3351892868" providerId="ADAL" clId="{1EDBB410-FCCC-4EF2-8FE0-E5CD53B41F38}" dt="2026-02-27T14:48:26.533" v="133" actId="164"/>
        <pc:sldMkLst>
          <pc:docMk/>
          <pc:sldMk cId="1972024997" sldId="256"/>
        </pc:sldMkLst>
        <pc:spChg chg="mod topLvl">
          <ac:chgData name="Fintan Healy" userId="6925c809-5636-4231-9063-fd3351892868" providerId="ADAL" clId="{1EDBB410-FCCC-4EF2-8FE0-E5CD53B41F38}" dt="2026-02-27T14:48:26.533" v="133" actId="164"/>
          <ac:spMkLst>
            <pc:docMk/>
            <pc:sldMk cId="1972024997" sldId="256"/>
            <ac:spMk id="5" creationId="{59A2A43B-BA38-08F6-DA73-404DA63D778C}"/>
          </ac:spMkLst>
        </pc:spChg>
        <pc:spChg chg="mod topLvl">
          <ac:chgData name="Fintan Healy" userId="6925c809-5636-4231-9063-fd3351892868" providerId="ADAL" clId="{1EDBB410-FCCC-4EF2-8FE0-E5CD53B41F38}" dt="2026-02-27T14:48:26.533" v="133" actId="164"/>
          <ac:spMkLst>
            <pc:docMk/>
            <pc:sldMk cId="1972024997" sldId="256"/>
            <ac:spMk id="11" creationId="{53305742-8AF5-3FF7-7855-1034DC8E5C66}"/>
          </ac:spMkLst>
        </pc:spChg>
        <pc:spChg chg="mod">
          <ac:chgData name="Fintan Healy" userId="6925c809-5636-4231-9063-fd3351892868" providerId="ADAL" clId="{1EDBB410-FCCC-4EF2-8FE0-E5CD53B41F38}" dt="2026-02-27T14:48:26.533" v="133" actId="164"/>
          <ac:spMkLst>
            <pc:docMk/>
            <pc:sldMk cId="1972024997" sldId="256"/>
            <ac:spMk id="13" creationId="{FBFC4058-AB9A-BD4C-864C-36688318558A}"/>
          </ac:spMkLst>
        </pc:spChg>
        <pc:spChg chg="mod topLvl">
          <ac:chgData name="Fintan Healy" userId="6925c809-5636-4231-9063-fd3351892868" providerId="ADAL" clId="{1EDBB410-FCCC-4EF2-8FE0-E5CD53B41F38}" dt="2026-02-27T14:48:26.533" v="133" actId="164"/>
          <ac:spMkLst>
            <pc:docMk/>
            <pc:sldMk cId="1972024997" sldId="256"/>
            <ac:spMk id="14" creationId="{64F040F4-CB1C-31E5-53B4-7F6A4EF548CA}"/>
          </ac:spMkLst>
        </pc:spChg>
        <pc:spChg chg="mod">
          <ac:chgData name="Fintan Healy" userId="6925c809-5636-4231-9063-fd3351892868" providerId="ADAL" clId="{1EDBB410-FCCC-4EF2-8FE0-E5CD53B41F38}" dt="2026-02-16T11:55:29.009" v="32" actId="1035"/>
          <ac:spMkLst>
            <pc:docMk/>
            <pc:sldMk cId="1972024997" sldId="256"/>
            <ac:spMk id="24" creationId="{50AC8806-B915-908B-DE47-EAA0E4B03674}"/>
          </ac:spMkLst>
        </pc:spChg>
        <pc:grpChg chg="add mod">
          <ac:chgData name="Fintan Healy" userId="6925c809-5636-4231-9063-fd3351892868" providerId="ADAL" clId="{1EDBB410-FCCC-4EF2-8FE0-E5CD53B41F38}" dt="2026-02-27T14:48:26.533" v="133" actId="164"/>
          <ac:grpSpMkLst>
            <pc:docMk/>
            <pc:sldMk cId="1972024997" sldId="256"/>
            <ac:grpSpMk id="2" creationId="{7AC6E581-3F09-AEE1-42F4-C567EB7CEB9D}"/>
          </ac:grpSpMkLst>
        </pc:grpChg>
        <pc:grpChg chg="del mod topLvl">
          <ac:chgData name="Fintan Healy" userId="6925c809-5636-4231-9063-fd3351892868" providerId="ADAL" clId="{1EDBB410-FCCC-4EF2-8FE0-E5CD53B41F38}" dt="2026-02-27T14:47:17.596" v="117" actId="165"/>
          <ac:grpSpMkLst>
            <pc:docMk/>
            <pc:sldMk cId="1972024997" sldId="256"/>
            <ac:grpSpMk id="12" creationId="{4B8DB3A2-F22F-F5B5-A9B5-458E3284C95C}"/>
          </ac:grpSpMkLst>
        </pc:grpChg>
        <pc:grpChg chg="del">
          <ac:chgData name="Fintan Healy" userId="6925c809-5636-4231-9063-fd3351892868" providerId="ADAL" clId="{1EDBB410-FCCC-4EF2-8FE0-E5CD53B41F38}" dt="2026-02-27T14:47:11.822" v="116" actId="165"/>
          <ac:grpSpMkLst>
            <pc:docMk/>
            <pc:sldMk cId="1972024997" sldId="256"/>
            <ac:grpSpMk id="15" creationId="{E964FA2E-AD4E-5B99-CC15-D56BFACEA00D}"/>
          </ac:grpSpMkLst>
        </pc:grpChg>
        <pc:graphicFrameChg chg="add mod modGraphic">
          <ac:chgData name="Fintan Healy" userId="6925c809-5636-4231-9063-fd3351892868" providerId="ADAL" clId="{1EDBB410-FCCC-4EF2-8FE0-E5CD53B41F38}" dt="2026-02-16T11:58:50.790" v="115" actId="20577"/>
          <ac:graphicFrameMkLst>
            <pc:docMk/>
            <pc:sldMk cId="1972024997" sldId="256"/>
            <ac:graphicFrameMk id="6" creationId="{268FC3E9-81D9-6DAF-900E-D7A0AAD33932}"/>
          </ac:graphicFrameMkLst>
        </pc:graphicFrameChg>
        <pc:picChg chg="mod topLvl">
          <ac:chgData name="Fintan Healy" userId="6925c809-5636-4231-9063-fd3351892868" providerId="ADAL" clId="{1EDBB410-FCCC-4EF2-8FE0-E5CD53B41F38}" dt="2026-02-27T14:48:26.533" v="133" actId="164"/>
          <ac:picMkLst>
            <pc:docMk/>
            <pc:sldMk cId="1972024997" sldId="256"/>
            <ac:picMk id="10" creationId="{837706E8-0EE6-BEDE-3916-1EC715FA2F46}"/>
          </ac:picMkLst>
        </pc:picChg>
      </pc:sldChg>
      <pc:sldChg chg="addSp delSp modSp mod">
        <pc:chgData name="Fintan Healy" userId="6925c809-5636-4231-9063-fd3351892868" providerId="ADAL" clId="{1EDBB410-FCCC-4EF2-8FE0-E5CD53B41F38}" dt="2026-02-27T14:48:47.508" v="139"/>
        <pc:sldMkLst>
          <pc:docMk/>
          <pc:sldMk cId="2267648286" sldId="257"/>
        </pc:sldMkLst>
        <pc:spChg chg="mod">
          <ac:chgData name="Fintan Healy" userId="6925c809-5636-4231-9063-fd3351892868" providerId="ADAL" clId="{1EDBB410-FCCC-4EF2-8FE0-E5CD53B41F38}" dt="2026-02-27T14:48:47.508" v="139"/>
          <ac:spMkLst>
            <pc:docMk/>
            <pc:sldMk cId="2267648286" sldId="257"/>
            <ac:spMk id="5" creationId="{CD268AD8-AD41-ADF8-83A5-485A975DF122}"/>
          </ac:spMkLst>
        </pc:spChg>
        <pc:spChg chg="mod">
          <ac:chgData name="Fintan Healy" userId="6925c809-5636-4231-9063-fd3351892868" providerId="ADAL" clId="{1EDBB410-FCCC-4EF2-8FE0-E5CD53B41F38}" dt="2026-02-27T14:48:47.508" v="139"/>
          <ac:spMkLst>
            <pc:docMk/>
            <pc:sldMk cId="2267648286" sldId="257"/>
            <ac:spMk id="16" creationId="{D9EB76A4-52C8-79AB-02F5-21327D0C134C}"/>
          </ac:spMkLst>
        </pc:spChg>
        <pc:spChg chg="mod">
          <ac:chgData name="Fintan Healy" userId="6925c809-5636-4231-9063-fd3351892868" providerId="ADAL" clId="{1EDBB410-FCCC-4EF2-8FE0-E5CD53B41F38}" dt="2026-02-27T14:48:47.508" v="139"/>
          <ac:spMkLst>
            <pc:docMk/>
            <pc:sldMk cId="2267648286" sldId="257"/>
            <ac:spMk id="17" creationId="{5A0A8D88-8281-FC62-2CCC-136B0E16DAF0}"/>
          </ac:spMkLst>
        </pc:spChg>
        <pc:spChg chg="mod">
          <ac:chgData name="Fintan Healy" userId="6925c809-5636-4231-9063-fd3351892868" providerId="ADAL" clId="{1EDBB410-FCCC-4EF2-8FE0-E5CD53B41F38}" dt="2026-02-27T14:48:47.508" v="139"/>
          <ac:spMkLst>
            <pc:docMk/>
            <pc:sldMk cId="2267648286" sldId="257"/>
            <ac:spMk id="19" creationId="{5E6CBF83-FAE2-75F5-78F8-2C51597C3151}"/>
          </ac:spMkLst>
        </pc:spChg>
        <pc:grpChg chg="add mod">
          <ac:chgData name="Fintan Healy" userId="6925c809-5636-4231-9063-fd3351892868" providerId="ADAL" clId="{1EDBB410-FCCC-4EF2-8FE0-E5CD53B41F38}" dt="2026-02-27T14:48:47.508" v="139"/>
          <ac:grpSpMkLst>
            <pc:docMk/>
            <pc:sldMk cId="2267648286" sldId="257"/>
            <ac:grpSpMk id="3" creationId="{CC75370F-C853-4E35-3223-A65DDFEEE153}"/>
          </ac:grpSpMkLst>
        </pc:grpChg>
        <pc:grpChg chg="del">
          <ac:chgData name="Fintan Healy" userId="6925c809-5636-4231-9063-fd3351892868" providerId="ADAL" clId="{1EDBB410-FCCC-4EF2-8FE0-E5CD53B41F38}" dt="2026-02-27T14:48:46.603" v="138" actId="478"/>
          <ac:grpSpMkLst>
            <pc:docMk/>
            <pc:sldMk cId="2267648286" sldId="257"/>
            <ac:grpSpMk id="9" creationId="{92F263CC-5EE5-FDEB-F3DF-55D31E6DD88F}"/>
          </ac:grpSpMkLst>
        </pc:grpChg>
        <pc:picChg chg="mod">
          <ac:chgData name="Fintan Healy" userId="6925c809-5636-4231-9063-fd3351892868" providerId="ADAL" clId="{1EDBB410-FCCC-4EF2-8FE0-E5CD53B41F38}" dt="2026-02-27T14:48:47.508" v="139"/>
          <ac:picMkLst>
            <pc:docMk/>
            <pc:sldMk cId="2267648286" sldId="257"/>
            <ac:picMk id="18" creationId="{3EC7DB31-2EDD-D4AC-D680-9D4BC0C2A0A1}"/>
          </ac:picMkLst>
        </pc:picChg>
      </pc:sldChg>
      <pc:sldChg chg="addSp delSp modSp mod">
        <pc:chgData name="Fintan Healy" userId="6925c809-5636-4231-9063-fd3351892868" providerId="ADAL" clId="{1EDBB410-FCCC-4EF2-8FE0-E5CD53B41F38}" dt="2026-02-27T14:48:37.723" v="135"/>
        <pc:sldMkLst>
          <pc:docMk/>
          <pc:sldMk cId="3751583396" sldId="258"/>
        </pc:sldMkLst>
        <pc:spChg chg="mod">
          <ac:chgData name="Fintan Healy" userId="6925c809-5636-4231-9063-fd3351892868" providerId="ADAL" clId="{1EDBB410-FCCC-4EF2-8FE0-E5CD53B41F38}" dt="2026-02-27T14:48:37.723" v="135"/>
          <ac:spMkLst>
            <pc:docMk/>
            <pc:sldMk cId="3751583396" sldId="258"/>
            <ac:spMk id="16" creationId="{4EFEC7D3-AA4F-5DBE-3D6A-5CF1A624C822}"/>
          </ac:spMkLst>
        </pc:spChg>
        <pc:spChg chg="mod">
          <ac:chgData name="Fintan Healy" userId="6925c809-5636-4231-9063-fd3351892868" providerId="ADAL" clId="{1EDBB410-FCCC-4EF2-8FE0-E5CD53B41F38}" dt="2026-02-27T14:48:37.723" v="135"/>
          <ac:spMkLst>
            <pc:docMk/>
            <pc:sldMk cId="3751583396" sldId="258"/>
            <ac:spMk id="17" creationId="{6DE5A843-EB81-6C7F-07A2-F7EEC7F15CCF}"/>
          </ac:spMkLst>
        </pc:spChg>
        <pc:spChg chg="mod">
          <ac:chgData name="Fintan Healy" userId="6925c809-5636-4231-9063-fd3351892868" providerId="ADAL" clId="{1EDBB410-FCCC-4EF2-8FE0-E5CD53B41F38}" dt="2026-02-27T14:48:37.723" v="135"/>
          <ac:spMkLst>
            <pc:docMk/>
            <pc:sldMk cId="3751583396" sldId="258"/>
            <ac:spMk id="18" creationId="{225598A8-2FC4-4F11-0AF2-3AB52F7DEB5D}"/>
          </ac:spMkLst>
        </pc:spChg>
        <pc:spChg chg="mod">
          <ac:chgData name="Fintan Healy" userId="6925c809-5636-4231-9063-fd3351892868" providerId="ADAL" clId="{1EDBB410-FCCC-4EF2-8FE0-E5CD53B41F38}" dt="2026-02-27T14:48:37.723" v="135"/>
          <ac:spMkLst>
            <pc:docMk/>
            <pc:sldMk cId="3751583396" sldId="258"/>
            <ac:spMk id="20" creationId="{F3294895-E698-A080-D9C0-641A7853C0F0}"/>
          </ac:spMkLst>
        </pc:spChg>
        <pc:grpChg chg="add mod">
          <ac:chgData name="Fintan Healy" userId="6925c809-5636-4231-9063-fd3351892868" providerId="ADAL" clId="{1EDBB410-FCCC-4EF2-8FE0-E5CD53B41F38}" dt="2026-02-27T14:48:37.723" v="135"/>
          <ac:grpSpMkLst>
            <pc:docMk/>
            <pc:sldMk cId="3751583396" sldId="258"/>
            <ac:grpSpMk id="8" creationId="{E9C7063B-4D7C-8C2A-2DF6-CEFBC30E6FED}"/>
          </ac:grpSpMkLst>
        </pc:grpChg>
        <pc:grpChg chg="del">
          <ac:chgData name="Fintan Healy" userId="6925c809-5636-4231-9063-fd3351892868" providerId="ADAL" clId="{1EDBB410-FCCC-4EF2-8FE0-E5CD53B41F38}" dt="2026-02-27T14:48:36.614" v="134" actId="478"/>
          <ac:grpSpMkLst>
            <pc:docMk/>
            <pc:sldMk cId="3751583396" sldId="258"/>
            <ac:grpSpMk id="9" creationId="{B8D9E61B-910F-FD2A-9860-D821EB827E04}"/>
          </ac:grpSpMkLst>
        </pc:grpChg>
        <pc:picChg chg="mod">
          <ac:chgData name="Fintan Healy" userId="6925c809-5636-4231-9063-fd3351892868" providerId="ADAL" clId="{1EDBB410-FCCC-4EF2-8FE0-E5CD53B41F38}" dt="2026-02-27T14:48:37.723" v="135"/>
          <ac:picMkLst>
            <pc:docMk/>
            <pc:sldMk cId="3751583396" sldId="258"/>
            <ac:picMk id="19" creationId="{A0F3642C-AA7F-2367-6A6A-FE9B0996D2A9}"/>
          </ac:picMkLst>
        </pc:picChg>
      </pc:sldChg>
      <pc:sldChg chg="addSp delSp modSp mod">
        <pc:chgData name="Fintan Healy" userId="6925c809-5636-4231-9063-fd3351892868" providerId="ADAL" clId="{1EDBB410-FCCC-4EF2-8FE0-E5CD53B41F38}" dt="2026-02-27T14:48:40.892" v="137"/>
        <pc:sldMkLst>
          <pc:docMk/>
          <pc:sldMk cId="972286281" sldId="259"/>
        </pc:sldMkLst>
        <pc:spChg chg="mod">
          <ac:chgData name="Fintan Healy" userId="6925c809-5636-4231-9063-fd3351892868" providerId="ADAL" clId="{1EDBB410-FCCC-4EF2-8FE0-E5CD53B41F38}" dt="2026-02-27T14:48:40.892" v="137"/>
          <ac:spMkLst>
            <pc:docMk/>
            <pc:sldMk cId="972286281" sldId="259"/>
            <ac:spMk id="20" creationId="{DDF98C5D-0C6A-241F-21E7-67315239E9F7}"/>
          </ac:spMkLst>
        </pc:spChg>
        <pc:spChg chg="mod">
          <ac:chgData name="Fintan Healy" userId="6925c809-5636-4231-9063-fd3351892868" providerId="ADAL" clId="{1EDBB410-FCCC-4EF2-8FE0-E5CD53B41F38}" dt="2026-02-27T14:48:40.892" v="137"/>
          <ac:spMkLst>
            <pc:docMk/>
            <pc:sldMk cId="972286281" sldId="259"/>
            <ac:spMk id="23" creationId="{B4802A76-7DEA-253A-A086-CBD7AB4E0755}"/>
          </ac:spMkLst>
        </pc:spChg>
        <pc:spChg chg="mod">
          <ac:chgData name="Fintan Healy" userId="6925c809-5636-4231-9063-fd3351892868" providerId="ADAL" clId="{1EDBB410-FCCC-4EF2-8FE0-E5CD53B41F38}" dt="2026-02-27T14:48:40.892" v="137"/>
          <ac:spMkLst>
            <pc:docMk/>
            <pc:sldMk cId="972286281" sldId="259"/>
            <ac:spMk id="25" creationId="{429B2CED-16CB-E571-DF24-6A342127E01B}"/>
          </ac:spMkLst>
        </pc:spChg>
        <pc:spChg chg="mod">
          <ac:chgData name="Fintan Healy" userId="6925c809-5636-4231-9063-fd3351892868" providerId="ADAL" clId="{1EDBB410-FCCC-4EF2-8FE0-E5CD53B41F38}" dt="2026-02-27T14:48:40.892" v="137"/>
          <ac:spMkLst>
            <pc:docMk/>
            <pc:sldMk cId="972286281" sldId="259"/>
            <ac:spMk id="27" creationId="{6A0DA84B-F568-ADA5-0054-1191F25862A6}"/>
          </ac:spMkLst>
        </pc:spChg>
        <pc:grpChg chg="del">
          <ac:chgData name="Fintan Healy" userId="6925c809-5636-4231-9063-fd3351892868" providerId="ADAL" clId="{1EDBB410-FCCC-4EF2-8FE0-E5CD53B41F38}" dt="2026-02-27T14:48:40.077" v="136" actId="478"/>
          <ac:grpSpMkLst>
            <pc:docMk/>
            <pc:sldMk cId="972286281" sldId="259"/>
            <ac:grpSpMk id="9" creationId="{A7096E9D-83D5-000E-3330-060EED0477B5}"/>
          </ac:grpSpMkLst>
        </pc:grpChg>
        <pc:grpChg chg="add mod">
          <ac:chgData name="Fintan Healy" userId="6925c809-5636-4231-9063-fd3351892868" providerId="ADAL" clId="{1EDBB410-FCCC-4EF2-8FE0-E5CD53B41F38}" dt="2026-02-27T14:48:40.892" v="137"/>
          <ac:grpSpMkLst>
            <pc:docMk/>
            <pc:sldMk cId="972286281" sldId="259"/>
            <ac:grpSpMk id="19" creationId="{41160A59-00EB-7184-569C-503036C9CAB6}"/>
          </ac:grpSpMkLst>
        </pc:grpChg>
        <pc:picChg chg="mod">
          <ac:chgData name="Fintan Healy" userId="6925c809-5636-4231-9063-fd3351892868" providerId="ADAL" clId="{1EDBB410-FCCC-4EF2-8FE0-E5CD53B41F38}" dt="2026-02-27T14:48:40.892" v="137"/>
          <ac:picMkLst>
            <pc:docMk/>
            <pc:sldMk cId="972286281" sldId="259"/>
            <ac:picMk id="26" creationId="{A81C5792-E130-5884-93E5-0783DAFC45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24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5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indent="-534581">
              <a:defRPr/>
            </a:lvl1pPr>
            <a:lvl2pPr indent="-534581">
              <a:defRPr/>
            </a:lvl2pPr>
            <a:lvl3pPr indent="-534581">
              <a:defRPr/>
            </a:lvl3pPr>
            <a:lvl4pPr indent="-534581">
              <a:defRPr/>
            </a:lvl4pPr>
            <a:lvl5pPr indent="-534581"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92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5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21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34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16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697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6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7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13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0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7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325F6-DDF3-814F-B106-F64AF5C12BF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8AF65-CC1D-5B41-A194-870CB19F2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8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8AB359F-213B-E741-AC7B-EFE739DF3C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5315" y="574006"/>
            <a:ext cx="19589750" cy="2286001"/>
          </a:xfrm>
          <a:prstGeom prst="rect">
            <a:avLst/>
          </a:prstGeom>
        </p:spPr>
        <p:txBody>
          <a:bodyPr anchor="b"/>
          <a:lstStyle>
            <a:lvl1pPr algn="l">
              <a:defRPr sz="8000" b="1" i="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Edit Title (sentence case / font size 80pt-100pt) – 10 words max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B98F9499-9819-CB33-C31F-2B8473440A67}"/>
              </a:ext>
            </a:extLst>
          </p:cNvPr>
          <p:cNvSpPr txBox="1">
            <a:spLocks/>
          </p:cNvSpPr>
          <p:nvPr/>
        </p:nvSpPr>
        <p:spPr>
          <a:xfrm>
            <a:off x="885315" y="4312334"/>
            <a:ext cx="19589750" cy="23202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2806" kern="1200" baseline="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1069162" indent="0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2138325" indent="0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3207487" indent="0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4276649" indent="0" algn="l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chemeClr val="tx1"/>
                </a:solidFill>
              </a:rPr>
              <a:t>Section Headings (bold, ~44pt)</a:t>
            </a:r>
          </a:p>
          <a:p>
            <a:endParaRPr lang="en-US" sz="3000" dirty="0">
              <a:solidFill>
                <a:schemeClr val="tx1"/>
              </a:solidFill>
            </a:endParaRPr>
          </a:p>
          <a:p>
            <a:r>
              <a:rPr lang="en-US" sz="3000" dirty="0">
                <a:solidFill>
                  <a:schemeClr val="tx1"/>
                </a:solidFill>
              </a:rPr>
              <a:t>General editing space (30pt for research text);</a:t>
            </a:r>
          </a:p>
          <a:p>
            <a:endParaRPr lang="en-US" sz="3000" dirty="0">
              <a:solidFill>
                <a:schemeClr val="tx1"/>
              </a:solidFill>
            </a:endParaRPr>
          </a:p>
          <a:p>
            <a:r>
              <a:rPr lang="en-US" sz="3000" dirty="0">
                <a:solidFill>
                  <a:schemeClr val="tx1"/>
                </a:solidFill>
              </a:rPr>
              <a:t>Keep in mind font sizes of in-figure text / captions (~30pt)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3C0D2A3-DCEE-073B-000E-465833EA5367}"/>
              </a:ext>
            </a:extLst>
          </p:cNvPr>
          <p:cNvSpPr txBox="1">
            <a:spLocks/>
          </p:cNvSpPr>
          <p:nvPr/>
        </p:nvSpPr>
        <p:spPr>
          <a:xfrm>
            <a:off x="993970" y="26833612"/>
            <a:ext cx="19589750" cy="816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069162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6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38324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7487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276649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45811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14973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484135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553298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/>
              <a:t>(28-30pt) – Key References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F3327-3F9F-AD44-354C-F20F72D1B1D4}"/>
              </a:ext>
            </a:extLst>
          </p:cNvPr>
          <p:cNvSpPr/>
          <p:nvPr/>
        </p:nvSpPr>
        <p:spPr>
          <a:xfrm>
            <a:off x="20951625" y="4672986"/>
            <a:ext cx="432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9CE50B-E294-EE9F-1BA8-203667A14C4A}"/>
              </a:ext>
            </a:extLst>
          </p:cNvPr>
          <p:cNvSpPr/>
          <p:nvPr/>
        </p:nvSpPr>
        <p:spPr>
          <a:xfrm>
            <a:off x="0" y="4672986"/>
            <a:ext cx="432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AC8806-B915-908B-DE47-EAA0E4B03674}"/>
              </a:ext>
            </a:extLst>
          </p:cNvPr>
          <p:cNvSpPr/>
          <p:nvPr/>
        </p:nvSpPr>
        <p:spPr>
          <a:xfrm>
            <a:off x="420190" y="3708579"/>
            <a:ext cx="20520000" cy="144000"/>
          </a:xfrm>
          <a:prstGeom prst="rect">
            <a:avLst/>
          </a:prstGeom>
          <a:solidFill>
            <a:srgbClr val="AB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8FC3E9-81D9-6DAF-900E-D7A0AAD33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496440"/>
              </p:ext>
            </p:extLst>
          </p:nvPr>
        </p:nvGraphicFramePr>
        <p:xfrm>
          <a:off x="431624" y="3066733"/>
          <a:ext cx="205200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904">
                  <a:extLst>
                    <a:ext uri="{9D8B030D-6E8A-4147-A177-3AD203B41FA5}">
                      <a16:colId xmlns:a16="http://schemas.microsoft.com/office/drawing/2014/main" val="3356942836"/>
                    </a:ext>
                  </a:extLst>
                </a:gridCol>
                <a:gridCol w="9893808">
                  <a:extLst>
                    <a:ext uri="{9D8B030D-6E8A-4147-A177-3AD203B41FA5}">
                      <a16:colId xmlns:a16="http://schemas.microsoft.com/office/drawing/2014/main" val="2743602792"/>
                    </a:ext>
                  </a:extLst>
                </a:gridCol>
                <a:gridCol w="2261288">
                  <a:extLst>
                    <a:ext uri="{9D8B030D-6E8A-4147-A177-3AD203B41FA5}">
                      <a16:colId xmlns:a16="http://schemas.microsoft.com/office/drawing/2014/main" val="5277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Student name: (</a:t>
                      </a:r>
                      <a:r>
                        <a:rPr lang="en-GB" sz="3200">
                          <a:solidFill>
                            <a:sysClr val="windowText" lastClr="000000"/>
                          </a:solidFill>
                        </a:rPr>
                        <a:t>28-32pt font)</a:t>
                      </a:r>
                      <a:endParaRPr lang="en-GB" sz="3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Engineering Discipline: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Group: #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18520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AC6E581-3F09-AEE1-42F4-C567EB7CEB9D}"/>
              </a:ext>
            </a:extLst>
          </p:cNvPr>
          <p:cNvGrpSpPr/>
          <p:nvPr/>
        </p:nvGrpSpPr>
        <p:grpSpPr>
          <a:xfrm>
            <a:off x="0" y="28650910"/>
            <a:ext cx="21383625" cy="1927460"/>
            <a:chOff x="0" y="28650910"/>
            <a:chExt cx="21383625" cy="1927460"/>
          </a:xfrm>
        </p:grpSpPr>
        <p:sp>
          <p:nvSpPr>
            <p:cNvPr id="13" name="Picture Placeholder 13">
              <a:extLst>
                <a:ext uri="{FF2B5EF4-FFF2-40B4-BE49-F238E27FC236}">
                  <a16:creationId xmlns:a16="http://schemas.microsoft.com/office/drawing/2014/main" id="{FBFC4058-AB9A-BD4C-864C-36688318558A}"/>
                </a:ext>
              </a:extLst>
            </p:cNvPr>
            <p:cNvSpPr txBox="1">
              <a:spLocks/>
            </p:cNvSpPr>
            <p:nvPr/>
          </p:nvSpPr>
          <p:spPr>
            <a:xfrm>
              <a:off x="13280485" y="28814368"/>
              <a:ext cx="7968343" cy="728543"/>
            </a:xfrm>
            <a:prstGeom prst="rect">
              <a:avLst/>
            </a:prstGeom>
          </p:spPr>
          <p:txBody>
            <a:bodyPr/>
            <a:lstStyle>
              <a:lvl1pPr marL="0" indent="0" algn="l" defTabSz="2138324" rtl="0" eaLnBrk="1" latinLnBrk="0" hangingPunct="1">
                <a:lnSpc>
                  <a:spcPct val="90000"/>
                </a:lnSpc>
                <a:spcBef>
                  <a:spcPts val="2339"/>
                </a:spcBef>
                <a:buFont typeface="Arial" panose="020B0604020202020204" pitchFamily="34" charset="0"/>
                <a:buNone/>
                <a:defRPr sz="6548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1603743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561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672906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67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742068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11230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880392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949554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018717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087879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(32pt) @bristol.ac.uk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A2A43B-BA38-08F6-DA73-404DA63D778C}"/>
                </a:ext>
              </a:extLst>
            </p:cNvPr>
            <p:cNvSpPr/>
            <p:nvPr userDrawn="1"/>
          </p:nvSpPr>
          <p:spPr>
            <a:xfrm>
              <a:off x="12456543" y="28665748"/>
              <a:ext cx="8927082" cy="1601547"/>
            </a:xfrm>
            <a:prstGeom prst="rect">
              <a:avLst/>
            </a:prstGeom>
            <a:solidFill>
              <a:srgbClr val="AB1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3305742-8AF5-3FF7-7855-1034DC8E5C66}"/>
                </a:ext>
              </a:extLst>
            </p:cNvPr>
            <p:cNvSpPr/>
            <p:nvPr userDrawn="1"/>
          </p:nvSpPr>
          <p:spPr>
            <a:xfrm>
              <a:off x="0" y="28650910"/>
              <a:ext cx="15596560" cy="1624302"/>
            </a:xfrm>
            <a:custGeom>
              <a:avLst/>
              <a:gdLst>
                <a:gd name="csX0" fmla="*/ 1905087 w 15596560"/>
                <a:gd name="csY0" fmla="*/ 0 h 2444448"/>
                <a:gd name="csX1" fmla="*/ 15596560 w 15596560"/>
                <a:gd name="csY1" fmla="*/ 0 h 2444448"/>
                <a:gd name="csX2" fmla="*/ 13933014 w 15596560"/>
                <a:gd name="csY2" fmla="*/ 2444448 h 2444448"/>
                <a:gd name="csX3" fmla="*/ 8927082 w 15596560"/>
                <a:gd name="csY3" fmla="*/ 2444448 h 2444448"/>
                <a:gd name="csX4" fmla="*/ 241541 w 15596560"/>
                <a:gd name="csY4" fmla="*/ 2444448 h 2444448"/>
                <a:gd name="csX5" fmla="*/ 0 w 15596560"/>
                <a:gd name="csY5" fmla="*/ 2444448 h 2444448"/>
                <a:gd name="csX6" fmla="*/ 0 w 15596560"/>
                <a:gd name="csY6" fmla="*/ 9164 h 2444448"/>
                <a:gd name="csX7" fmla="*/ 1898851 w 15596560"/>
                <a:gd name="csY7" fmla="*/ 9164 h 2444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5596560" h="2444448">
                  <a:moveTo>
                    <a:pt x="1905087" y="0"/>
                  </a:moveTo>
                  <a:lnTo>
                    <a:pt x="15596560" y="0"/>
                  </a:lnTo>
                  <a:lnTo>
                    <a:pt x="13933014" y="2444448"/>
                  </a:lnTo>
                  <a:lnTo>
                    <a:pt x="8927082" y="2444448"/>
                  </a:lnTo>
                  <a:lnTo>
                    <a:pt x="241541" y="2444448"/>
                  </a:lnTo>
                  <a:lnTo>
                    <a:pt x="0" y="2444448"/>
                  </a:lnTo>
                  <a:lnTo>
                    <a:pt x="0" y="9164"/>
                  </a:lnTo>
                  <a:lnTo>
                    <a:pt x="1898851" y="91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37706E8-0EE6-BEDE-3916-1EC715FA2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0190" y="28829710"/>
              <a:ext cx="4113309" cy="118952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F040F4-CB1C-31E5-53B4-7F6A4EF548CA}"/>
                </a:ext>
              </a:extLst>
            </p:cNvPr>
            <p:cNvSpPr txBox="1"/>
            <p:nvPr/>
          </p:nvSpPr>
          <p:spPr>
            <a:xfrm>
              <a:off x="5981158" y="28824044"/>
              <a:ext cx="771753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dirty="0"/>
                <a:t>MSc Aerospace Group Design Project</a:t>
              </a:r>
              <a:br>
                <a:rPr lang="en-GB" sz="3600" dirty="0"/>
              </a:br>
              <a:r>
                <a:rPr lang="en-GB" sz="3600" dirty="0"/>
                <a:t>Individual Poster</a:t>
              </a:r>
            </a:p>
            <a:p>
              <a:pPr algn="r"/>
              <a:endParaRPr lang="en-GB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7202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4CD0-912A-F7FC-B2F4-1DD0F8CC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0A8637-FA9B-C2D7-3617-879C97FA82ED}"/>
              </a:ext>
            </a:extLst>
          </p:cNvPr>
          <p:cNvSpPr/>
          <p:nvPr/>
        </p:nvSpPr>
        <p:spPr>
          <a:xfrm>
            <a:off x="443435" y="4203304"/>
            <a:ext cx="10080000" cy="22363329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Section Headings (bold, ~44pt)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General editing space (28pt for research text);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Keep in mind font sizes of in-figure text / captions (~28pt)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CA5D0B2-CC39-660A-AE70-E2F4FEA930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5315" y="574006"/>
            <a:ext cx="19589750" cy="2286001"/>
          </a:xfrm>
          <a:prstGeom prst="rect">
            <a:avLst/>
          </a:prstGeom>
        </p:spPr>
        <p:txBody>
          <a:bodyPr anchor="b"/>
          <a:lstStyle>
            <a:lvl1pPr algn="l">
              <a:defRPr sz="8000" b="1" i="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Edit Title (sentence case / font size 80pt-100pt) – 10 words max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2327E5F7-DBC6-EA60-4A86-08413E686197}"/>
              </a:ext>
            </a:extLst>
          </p:cNvPr>
          <p:cNvSpPr txBox="1">
            <a:spLocks/>
          </p:cNvSpPr>
          <p:nvPr/>
        </p:nvSpPr>
        <p:spPr>
          <a:xfrm>
            <a:off x="13280485" y="28814368"/>
            <a:ext cx="7968343" cy="728543"/>
          </a:xfrm>
          <a:prstGeom prst="rect">
            <a:avLst/>
          </a:prstGeom>
        </p:spPr>
        <p:txBody>
          <a:bodyPr/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6548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603743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72906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742068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11230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80392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49554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(32pt) @bristol.ac.uk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98E36C6-FD81-164A-0440-772FFB371EC6}"/>
              </a:ext>
            </a:extLst>
          </p:cNvPr>
          <p:cNvSpPr txBox="1">
            <a:spLocks/>
          </p:cNvSpPr>
          <p:nvPr/>
        </p:nvSpPr>
        <p:spPr>
          <a:xfrm>
            <a:off x="993970" y="26833612"/>
            <a:ext cx="19589750" cy="816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069162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6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38324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7487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276649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45811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14973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484135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553298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/>
              <a:t>(28-30pt) – Key References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E61FB7-1ECB-4D6B-01D0-40CA61D0FA4A}"/>
              </a:ext>
            </a:extLst>
          </p:cNvPr>
          <p:cNvSpPr/>
          <p:nvPr/>
        </p:nvSpPr>
        <p:spPr>
          <a:xfrm>
            <a:off x="20951625" y="4672986"/>
            <a:ext cx="432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F09877-CBB9-0DBC-5523-C42F3C6F1556}"/>
              </a:ext>
            </a:extLst>
          </p:cNvPr>
          <p:cNvSpPr/>
          <p:nvPr/>
        </p:nvSpPr>
        <p:spPr>
          <a:xfrm>
            <a:off x="0" y="4672986"/>
            <a:ext cx="432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504E67-7575-EB66-F207-3FDD8BC2029E}"/>
              </a:ext>
            </a:extLst>
          </p:cNvPr>
          <p:cNvSpPr/>
          <p:nvPr/>
        </p:nvSpPr>
        <p:spPr>
          <a:xfrm>
            <a:off x="420190" y="3708579"/>
            <a:ext cx="20520000" cy="144000"/>
          </a:xfrm>
          <a:prstGeom prst="rect">
            <a:avLst/>
          </a:prstGeom>
          <a:solidFill>
            <a:srgbClr val="AB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90F46C-82C0-FA67-A4A5-A3B98FFFCCAD}"/>
              </a:ext>
            </a:extLst>
          </p:cNvPr>
          <p:cNvGraphicFramePr>
            <a:graphicFrameLocks noGrp="1"/>
          </p:cNvGraphicFramePr>
          <p:nvPr/>
        </p:nvGraphicFramePr>
        <p:xfrm>
          <a:off x="431624" y="3066733"/>
          <a:ext cx="205200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904">
                  <a:extLst>
                    <a:ext uri="{9D8B030D-6E8A-4147-A177-3AD203B41FA5}">
                      <a16:colId xmlns:a16="http://schemas.microsoft.com/office/drawing/2014/main" val="3356942836"/>
                    </a:ext>
                  </a:extLst>
                </a:gridCol>
                <a:gridCol w="9893808">
                  <a:extLst>
                    <a:ext uri="{9D8B030D-6E8A-4147-A177-3AD203B41FA5}">
                      <a16:colId xmlns:a16="http://schemas.microsoft.com/office/drawing/2014/main" val="2743602792"/>
                    </a:ext>
                  </a:extLst>
                </a:gridCol>
                <a:gridCol w="2261288">
                  <a:extLst>
                    <a:ext uri="{9D8B030D-6E8A-4147-A177-3AD203B41FA5}">
                      <a16:colId xmlns:a16="http://schemas.microsoft.com/office/drawing/2014/main" val="5277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Student name: (28-32pt font)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Engineering Discipline: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Group: #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185205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A7ADC4-4642-C61D-D53F-6C98875C7B1E}"/>
              </a:ext>
            </a:extLst>
          </p:cNvPr>
          <p:cNvSpPr/>
          <p:nvPr/>
        </p:nvSpPr>
        <p:spPr>
          <a:xfrm>
            <a:off x="10871624" y="4203304"/>
            <a:ext cx="10080000" cy="22363329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Section Headings (bold, ~44pt)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General editing space (28pt for research text);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Keep in mind font sizes of in-figure text / captions (~28pt)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75370F-C853-4E35-3223-A65DDFEEE153}"/>
              </a:ext>
            </a:extLst>
          </p:cNvPr>
          <p:cNvGrpSpPr/>
          <p:nvPr/>
        </p:nvGrpSpPr>
        <p:grpSpPr>
          <a:xfrm>
            <a:off x="0" y="28650910"/>
            <a:ext cx="21383625" cy="1927460"/>
            <a:chOff x="0" y="28650910"/>
            <a:chExt cx="21383625" cy="1927460"/>
          </a:xfrm>
        </p:grpSpPr>
        <p:sp>
          <p:nvSpPr>
            <p:cNvPr id="5" name="Picture Placeholder 13">
              <a:extLst>
                <a:ext uri="{FF2B5EF4-FFF2-40B4-BE49-F238E27FC236}">
                  <a16:creationId xmlns:a16="http://schemas.microsoft.com/office/drawing/2014/main" id="{CD268AD8-AD41-ADF8-83A5-485A975DF122}"/>
                </a:ext>
              </a:extLst>
            </p:cNvPr>
            <p:cNvSpPr txBox="1">
              <a:spLocks/>
            </p:cNvSpPr>
            <p:nvPr/>
          </p:nvSpPr>
          <p:spPr>
            <a:xfrm>
              <a:off x="13280485" y="28814368"/>
              <a:ext cx="7968343" cy="728543"/>
            </a:xfrm>
            <a:prstGeom prst="rect">
              <a:avLst/>
            </a:prstGeom>
          </p:spPr>
          <p:txBody>
            <a:bodyPr/>
            <a:lstStyle>
              <a:lvl1pPr marL="0" indent="0" algn="l" defTabSz="2138324" rtl="0" eaLnBrk="1" latinLnBrk="0" hangingPunct="1">
                <a:lnSpc>
                  <a:spcPct val="90000"/>
                </a:lnSpc>
                <a:spcBef>
                  <a:spcPts val="2339"/>
                </a:spcBef>
                <a:buFont typeface="Arial" panose="020B0604020202020204" pitchFamily="34" charset="0"/>
                <a:buNone/>
                <a:defRPr sz="6548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1603743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561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672906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67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742068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11230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880392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949554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018717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087879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(32pt) @bristol.ac.uk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9EB76A4-52C8-79AB-02F5-21327D0C134C}"/>
                </a:ext>
              </a:extLst>
            </p:cNvPr>
            <p:cNvSpPr/>
            <p:nvPr userDrawn="1"/>
          </p:nvSpPr>
          <p:spPr>
            <a:xfrm>
              <a:off x="12456543" y="28665748"/>
              <a:ext cx="8927082" cy="1601547"/>
            </a:xfrm>
            <a:prstGeom prst="rect">
              <a:avLst/>
            </a:prstGeom>
            <a:solidFill>
              <a:srgbClr val="AB1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Freeform: Shape 10">
              <a:extLst>
                <a:ext uri="{FF2B5EF4-FFF2-40B4-BE49-F238E27FC236}">
                  <a16:creationId xmlns:a16="http://schemas.microsoft.com/office/drawing/2014/main" id="{5A0A8D88-8281-FC62-2CCC-136B0E16DAF0}"/>
                </a:ext>
              </a:extLst>
            </p:cNvPr>
            <p:cNvSpPr/>
            <p:nvPr userDrawn="1"/>
          </p:nvSpPr>
          <p:spPr>
            <a:xfrm>
              <a:off x="0" y="28650910"/>
              <a:ext cx="15596560" cy="1624302"/>
            </a:xfrm>
            <a:custGeom>
              <a:avLst/>
              <a:gdLst>
                <a:gd name="csX0" fmla="*/ 1905087 w 15596560"/>
                <a:gd name="csY0" fmla="*/ 0 h 2444448"/>
                <a:gd name="csX1" fmla="*/ 15596560 w 15596560"/>
                <a:gd name="csY1" fmla="*/ 0 h 2444448"/>
                <a:gd name="csX2" fmla="*/ 13933014 w 15596560"/>
                <a:gd name="csY2" fmla="*/ 2444448 h 2444448"/>
                <a:gd name="csX3" fmla="*/ 8927082 w 15596560"/>
                <a:gd name="csY3" fmla="*/ 2444448 h 2444448"/>
                <a:gd name="csX4" fmla="*/ 241541 w 15596560"/>
                <a:gd name="csY4" fmla="*/ 2444448 h 2444448"/>
                <a:gd name="csX5" fmla="*/ 0 w 15596560"/>
                <a:gd name="csY5" fmla="*/ 2444448 h 2444448"/>
                <a:gd name="csX6" fmla="*/ 0 w 15596560"/>
                <a:gd name="csY6" fmla="*/ 9164 h 2444448"/>
                <a:gd name="csX7" fmla="*/ 1898851 w 15596560"/>
                <a:gd name="csY7" fmla="*/ 9164 h 2444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5596560" h="2444448">
                  <a:moveTo>
                    <a:pt x="1905087" y="0"/>
                  </a:moveTo>
                  <a:lnTo>
                    <a:pt x="15596560" y="0"/>
                  </a:lnTo>
                  <a:lnTo>
                    <a:pt x="13933014" y="2444448"/>
                  </a:lnTo>
                  <a:lnTo>
                    <a:pt x="8927082" y="2444448"/>
                  </a:lnTo>
                  <a:lnTo>
                    <a:pt x="241541" y="2444448"/>
                  </a:lnTo>
                  <a:lnTo>
                    <a:pt x="0" y="2444448"/>
                  </a:lnTo>
                  <a:lnTo>
                    <a:pt x="0" y="9164"/>
                  </a:lnTo>
                  <a:lnTo>
                    <a:pt x="1898851" y="91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3EC7DB31-2EDD-D4AC-D680-9D4BC0C2A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0190" y="28829710"/>
              <a:ext cx="4113309" cy="118952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E6CBF83-FAE2-75F5-78F8-2C51597C3151}"/>
                </a:ext>
              </a:extLst>
            </p:cNvPr>
            <p:cNvSpPr txBox="1"/>
            <p:nvPr/>
          </p:nvSpPr>
          <p:spPr>
            <a:xfrm>
              <a:off x="5981158" y="28824044"/>
              <a:ext cx="771753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dirty="0"/>
                <a:t>MSc Aerospace Group Design Project</a:t>
              </a:r>
              <a:br>
                <a:rPr lang="en-GB" sz="3600" dirty="0"/>
              </a:br>
              <a:r>
                <a:rPr lang="en-GB" sz="3600" dirty="0"/>
                <a:t>Individual Poster</a:t>
              </a:r>
            </a:p>
            <a:p>
              <a:pPr algn="r"/>
              <a:endParaRPr lang="en-GB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67648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BB73-D6BE-7837-D69C-A29EC500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1E16D7D-7A1A-C857-57D7-7BD6C0FFFC95}"/>
              </a:ext>
            </a:extLst>
          </p:cNvPr>
          <p:cNvSpPr/>
          <p:nvPr/>
        </p:nvSpPr>
        <p:spPr>
          <a:xfrm>
            <a:off x="443435" y="4166551"/>
            <a:ext cx="6598800" cy="22363329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Section Headings (bold, ~44pt)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General editing space (28pt for research text);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Keep in mind font sizes of in-figure text / captions (~28pt)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C55959F-6630-B8F8-D648-C4667EC750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5315" y="574006"/>
            <a:ext cx="19589750" cy="2286001"/>
          </a:xfrm>
          <a:prstGeom prst="rect">
            <a:avLst/>
          </a:prstGeom>
        </p:spPr>
        <p:txBody>
          <a:bodyPr anchor="b"/>
          <a:lstStyle>
            <a:lvl1pPr algn="l">
              <a:defRPr sz="8000" b="1" i="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Edit Title (sentence case / font size 80pt-100pt) – 10 words max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02EB0E4-8EB5-25CD-35FF-9F11FAA81EA5}"/>
              </a:ext>
            </a:extLst>
          </p:cNvPr>
          <p:cNvSpPr txBox="1">
            <a:spLocks/>
          </p:cNvSpPr>
          <p:nvPr/>
        </p:nvSpPr>
        <p:spPr>
          <a:xfrm>
            <a:off x="13280485" y="28814368"/>
            <a:ext cx="7968343" cy="728543"/>
          </a:xfrm>
          <a:prstGeom prst="rect">
            <a:avLst/>
          </a:prstGeom>
        </p:spPr>
        <p:txBody>
          <a:bodyPr/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6548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603743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72906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742068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11230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80392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49554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(32pt) @bristol.ac.uk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8EB30A9-A510-6B75-CD36-E7739877A9E8}"/>
              </a:ext>
            </a:extLst>
          </p:cNvPr>
          <p:cNvSpPr txBox="1">
            <a:spLocks/>
          </p:cNvSpPr>
          <p:nvPr/>
        </p:nvSpPr>
        <p:spPr>
          <a:xfrm>
            <a:off x="993970" y="26833612"/>
            <a:ext cx="19589750" cy="816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069162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6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38324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7487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276649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45811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14973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484135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553298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/>
              <a:t>(28-30pt) – Key References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2B3C-7A95-A017-0594-5EBBEBB6413F}"/>
              </a:ext>
            </a:extLst>
          </p:cNvPr>
          <p:cNvSpPr/>
          <p:nvPr/>
        </p:nvSpPr>
        <p:spPr>
          <a:xfrm>
            <a:off x="20951625" y="4672986"/>
            <a:ext cx="432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7549FF-27BA-DEFA-BFE1-502782A39BC1}"/>
              </a:ext>
            </a:extLst>
          </p:cNvPr>
          <p:cNvSpPr/>
          <p:nvPr/>
        </p:nvSpPr>
        <p:spPr>
          <a:xfrm>
            <a:off x="0" y="4672986"/>
            <a:ext cx="432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8AE9FB-5873-BEEA-C1A0-7E8E839342C7}"/>
              </a:ext>
            </a:extLst>
          </p:cNvPr>
          <p:cNvSpPr/>
          <p:nvPr/>
        </p:nvSpPr>
        <p:spPr>
          <a:xfrm>
            <a:off x="420190" y="3708579"/>
            <a:ext cx="20520000" cy="144000"/>
          </a:xfrm>
          <a:prstGeom prst="rect">
            <a:avLst/>
          </a:prstGeom>
          <a:solidFill>
            <a:srgbClr val="AB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FCFDAA-123B-16F4-669E-6D7C5B93DE51}"/>
              </a:ext>
            </a:extLst>
          </p:cNvPr>
          <p:cNvGraphicFramePr>
            <a:graphicFrameLocks noGrp="1"/>
          </p:cNvGraphicFramePr>
          <p:nvPr/>
        </p:nvGraphicFramePr>
        <p:xfrm>
          <a:off x="431624" y="3066733"/>
          <a:ext cx="205200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904">
                  <a:extLst>
                    <a:ext uri="{9D8B030D-6E8A-4147-A177-3AD203B41FA5}">
                      <a16:colId xmlns:a16="http://schemas.microsoft.com/office/drawing/2014/main" val="3356942836"/>
                    </a:ext>
                  </a:extLst>
                </a:gridCol>
                <a:gridCol w="9893808">
                  <a:extLst>
                    <a:ext uri="{9D8B030D-6E8A-4147-A177-3AD203B41FA5}">
                      <a16:colId xmlns:a16="http://schemas.microsoft.com/office/drawing/2014/main" val="2743602792"/>
                    </a:ext>
                  </a:extLst>
                </a:gridCol>
                <a:gridCol w="2261288">
                  <a:extLst>
                    <a:ext uri="{9D8B030D-6E8A-4147-A177-3AD203B41FA5}">
                      <a16:colId xmlns:a16="http://schemas.microsoft.com/office/drawing/2014/main" val="5277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Student name: (28-32pt font)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Engineering Discipline: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Group: #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185205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7819E2-BC41-8D10-E4BF-906453B35DFE}"/>
              </a:ext>
            </a:extLst>
          </p:cNvPr>
          <p:cNvSpPr/>
          <p:nvPr/>
        </p:nvSpPr>
        <p:spPr>
          <a:xfrm>
            <a:off x="14341390" y="4166551"/>
            <a:ext cx="6598800" cy="22363329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Section Headings (bold, ~44pt)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General editing space (28pt for research text);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Keep in mind font sizes of in-figure text / captions (~28pt)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6C3863-DDE1-3EDC-C2D0-DE11941EC8A7}"/>
              </a:ext>
            </a:extLst>
          </p:cNvPr>
          <p:cNvSpPr/>
          <p:nvPr/>
        </p:nvSpPr>
        <p:spPr>
          <a:xfrm>
            <a:off x="7392412" y="4166551"/>
            <a:ext cx="6598800" cy="22363329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Section Headings (bold, ~44pt)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General editing space (28pt for research text);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Keep in mind font sizes of in-figure text / captions (~28pt)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C7063B-4D7C-8C2A-2DF6-CEFBC30E6FED}"/>
              </a:ext>
            </a:extLst>
          </p:cNvPr>
          <p:cNvGrpSpPr/>
          <p:nvPr/>
        </p:nvGrpSpPr>
        <p:grpSpPr>
          <a:xfrm>
            <a:off x="0" y="28650910"/>
            <a:ext cx="21383625" cy="1927460"/>
            <a:chOff x="0" y="28650910"/>
            <a:chExt cx="21383625" cy="1927460"/>
          </a:xfrm>
        </p:grpSpPr>
        <p:sp>
          <p:nvSpPr>
            <p:cNvPr id="16" name="Picture Placeholder 13">
              <a:extLst>
                <a:ext uri="{FF2B5EF4-FFF2-40B4-BE49-F238E27FC236}">
                  <a16:creationId xmlns:a16="http://schemas.microsoft.com/office/drawing/2014/main" id="{4EFEC7D3-AA4F-5DBE-3D6A-5CF1A624C822}"/>
                </a:ext>
              </a:extLst>
            </p:cNvPr>
            <p:cNvSpPr txBox="1">
              <a:spLocks/>
            </p:cNvSpPr>
            <p:nvPr/>
          </p:nvSpPr>
          <p:spPr>
            <a:xfrm>
              <a:off x="13280485" y="28814368"/>
              <a:ext cx="7968343" cy="728543"/>
            </a:xfrm>
            <a:prstGeom prst="rect">
              <a:avLst/>
            </a:prstGeom>
          </p:spPr>
          <p:txBody>
            <a:bodyPr/>
            <a:lstStyle>
              <a:lvl1pPr marL="0" indent="0" algn="l" defTabSz="2138324" rtl="0" eaLnBrk="1" latinLnBrk="0" hangingPunct="1">
                <a:lnSpc>
                  <a:spcPct val="90000"/>
                </a:lnSpc>
                <a:spcBef>
                  <a:spcPts val="2339"/>
                </a:spcBef>
                <a:buFont typeface="Arial" panose="020B0604020202020204" pitchFamily="34" charset="0"/>
                <a:buNone/>
                <a:defRPr sz="6548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1603743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561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672906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67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742068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11230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880392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949554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018717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087879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(32pt) @bristol.ac.uk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DE5A843-EB81-6C7F-07A2-F7EEC7F15CCF}"/>
                </a:ext>
              </a:extLst>
            </p:cNvPr>
            <p:cNvSpPr/>
            <p:nvPr userDrawn="1"/>
          </p:nvSpPr>
          <p:spPr>
            <a:xfrm>
              <a:off x="12456543" y="28665748"/>
              <a:ext cx="8927082" cy="1601547"/>
            </a:xfrm>
            <a:prstGeom prst="rect">
              <a:avLst/>
            </a:prstGeom>
            <a:solidFill>
              <a:srgbClr val="AB1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Freeform: Shape 10">
              <a:extLst>
                <a:ext uri="{FF2B5EF4-FFF2-40B4-BE49-F238E27FC236}">
                  <a16:creationId xmlns:a16="http://schemas.microsoft.com/office/drawing/2014/main" id="{225598A8-2FC4-4F11-0AF2-3AB52F7DEB5D}"/>
                </a:ext>
              </a:extLst>
            </p:cNvPr>
            <p:cNvSpPr/>
            <p:nvPr userDrawn="1"/>
          </p:nvSpPr>
          <p:spPr>
            <a:xfrm>
              <a:off x="0" y="28650910"/>
              <a:ext cx="15596560" cy="1624302"/>
            </a:xfrm>
            <a:custGeom>
              <a:avLst/>
              <a:gdLst>
                <a:gd name="csX0" fmla="*/ 1905087 w 15596560"/>
                <a:gd name="csY0" fmla="*/ 0 h 2444448"/>
                <a:gd name="csX1" fmla="*/ 15596560 w 15596560"/>
                <a:gd name="csY1" fmla="*/ 0 h 2444448"/>
                <a:gd name="csX2" fmla="*/ 13933014 w 15596560"/>
                <a:gd name="csY2" fmla="*/ 2444448 h 2444448"/>
                <a:gd name="csX3" fmla="*/ 8927082 w 15596560"/>
                <a:gd name="csY3" fmla="*/ 2444448 h 2444448"/>
                <a:gd name="csX4" fmla="*/ 241541 w 15596560"/>
                <a:gd name="csY4" fmla="*/ 2444448 h 2444448"/>
                <a:gd name="csX5" fmla="*/ 0 w 15596560"/>
                <a:gd name="csY5" fmla="*/ 2444448 h 2444448"/>
                <a:gd name="csX6" fmla="*/ 0 w 15596560"/>
                <a:gd name="csY6" fmla="*/ 9164 h 2444448"/>
                <a:gd name="csX7" fmla="*/ 1898851 w 15596560"/>
                <a:gd name="csY7" fmla="*/ 9164 h 2444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5596560" h="2444448">
                  <a:moveTo>
                    <a:pt x="1905087" y="0"/>
                  </a:moveTo>
                  <a:lnTo>
                    <a:pt x="15596560" y="0"/>
                  </a:lnTo>
                  <a:lnTo>
                    <a:pt x="13933014" y="2444448"/>
                  </a:lnTo>
                  <a:lnTo>
                    <a:pt x="8927082" y="2444448"/>
                  </a:lnTo>
                  <a:lnTo>
                    <a:pt x="241541" y="2444448"/>
                  </a:lnTo>
                  <a:lnTo>
                    <a:pt x="0" y="2444448"/>
                  </a:lnTo>
                  <a:lnTo>
                    <a:pt x="0" y="9164"/>
                  </a:lnTo>
                  <a:lnTo>
                    <a:pt x="1898851" y="91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A0F3642C-AA7F-2367-6A6A-FE9B0996D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0190" y="28829710"/>
              <a:ext cx="4113309" cy="118952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294895-E698-A080-D9C0-641A7853C0F0}"/>
                </a:ext>
              </a:extLst>
            </p:cNvPr>
            <p:cNvSpPr txBox="1"/>
            <p:nvPr/>
          </p:nvSpPr>
          <p:spPr>
            <a:xfrm>
              <a:off x="5981158" y="28824044"/>
              <a:ext cx="771753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dirty="0"/>
                <a:t>MSc Aerospace Group Design Project</a:t>
              </a:r>
              <a:br>
                <a:rPr lang="en-GB" sz="3600" dirty="0"/>
              </a:br>
              <a:r>
                <a:rPr lang="en-GB" sz="3600" dirty="0"/>
                <a:t>Individual Poster</a:t>
              </a:r>
            </a:p>
            <a:p>
              <a:pPr algn="r"/>
              <a:endParaRPr lang="en-GB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51583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42C23-2D7E-AC96-C8D2-6B8512826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A1CF7B-D3FD-0DFA-1DC4-7411B9C8C721}"/>
              </a:ext>
            </a:extLst>
          </p:cNvPr>
          <p:cNvSpPr/>
          <p:nvPr/>
        </p:nvSpPr>
        <p:spPr>
          <a:xfrm>
            <a:off x="443435" y="16013765"/>
            <a:ext cx="6598800" cy="10981738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Methodology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0FBAE8D-AA26-8B5D-6F13-1D6FA12C40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5315" y="574006"/>
            <a:ext cx="19589750" cy="2286001"/>
          </a:xfrm>
          <a:prstGeom prst="rect">
            <a:avLst/>
          </a:prstGeom>
        </p:spPr>
        <p:txBody>
          <a:bodyPr anchor="b"/>
          <a:lstStyle>
            <a:lvl1pPr algn="l">
              <a:defRPr sz="8000" b="1" i="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Edit Title (sentence case / font size 80pt-100pt) – 10 words max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32048136-1FEA-DD4F-B94F-8A799DF37016}"/>
              </a:ext>
            </a:extLst>
          </p:cNvPr>
          <p:cNvSpPr txBox="1">
            <a:spLocks/>
          </p:cNvSpPr>
          <p:nvPr/>
        </p:nvSpPr>
        <p:spPr>
          <a:xfrm>
            <a:off x="13280485" y="28814368"/>
            <a:ext cx="7968343" cy="728543"/>
          </a:xfrm>
          <a:prstGeom prst="rect">
            <a:avLst/>
          </a:prstGeom>
        </p:spPr>
        <p:txBody>
          <a:bodyPr/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6548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603743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72906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742068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11230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80392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49554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(32pt) @bristol.ac.uk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31D19CD-44FF-4468-4078-AF5E378913BA}"/>
              </a:ext>
            </a:extLst>
          </p:cNvPr>
          <p:cNvSpPr txBox="1">
            <a:spLocks/>
          </p:cNvSpPr>
          <p:nvPr/>
        </p:nvSpPr>
        <p:spPr>
          <a:xfrm>
            <a:off x="896937" y="27140365"/>
            <a:ext cx="19589750" cy="816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1069162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6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38324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7487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276649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45811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14973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484135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553298" indent="0" algn="ctr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/>
              <a:t>(28-30pt) – Key References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8D7CC3-70CD-A8A1-538A-1981558570F6}"/>
              </a:ext>
            </a:extLst>
          </p:cNvPr>
          <p:cNvSpPr/>
          <p:nvPr/>
        </p:nvSpPr>
        <p:spPr>
          <a:xfrm>
            <a:off x="20951625" y="4672986"/>
            <a:ext cx="432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4862AE-8941-CCED-FCCF-D56D3AB132B4}"/>
              </a:ext>
            </a:extLst>
          </p:cNvPr>
          <p:cNvSpPr/>
          <p:nvPr/>
        </p:nvSpPr>
        <p:spPr>
          <a:xfrm>
            <a:off x="0" y="4672986"/>
            <a:ext cx="432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894508-3156-2262-D5D1-AA6DB35ACD61}"/>
              </a:ext>
            </a:extLst>
          </p:cNvPr>
          <p:cNvSpPr/>
          <p:nvPr/>
        </p:nvSpPr>
        <p:spPr>
          <a:xfrm>
            <a:off x="420190" y="3708579"/>
            <a:ext cx="20520000" cy="144000"/>
          </a:xfrm>
          <a:prstGeom prst="rect">
            <a:avLst/>
          </a:prstGeom>
          <a:solidFill>
            <a:srgbClr val="AB1F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9DB6D4-AB60-1CDA-077F-4F19B19E41C3}"/>
              </a:ext>
            </a:extLst>
          </p:cNvPr>
          <p:cNvGraphicFramePr>
            <a:graphicFrameLocks noGrp="1"/>
          </p:cNvGraphicFramePr>
          <p:nvPr/>
        </p:nvGraphicFramePr>
        <p:xfrm>
          <a:off x="431624" y="3066733"/>
          <a:ext cx="2052000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904">
                  <a:extLst>
                    <a:ext uri="{9D8B030D-6E8A-4147-A177-3AD203B41FA5}">
                      <a16:colId xmlns:a16="http://schemas.microsoft.com/office/drawing/2014/main" val="3356942836"/>
                    </a:ext>
                  </a:extLst>
                </a:gridCol>
                <a:gridCol w="9893808">
                  <a:extLst>
                    <a:ext uri="{9D8B030D-6E8A-4147-A177-3AD203B41FA5}">
                      <a16:colId xmlns:a16="http://schemas.microsoft.com/office/drawing/2014/main" val="2743602792"/>
                    </a:ext>
                  </a:extLst>
                </a:gridCol>
                <a:gridCol w="2261288">
                  <a:extLst>
                    <a:ext uri="{9D8B030D-6E8A-4147-A177-3AD203B41FA5}">
                      <a16:colId xmlns:a16="http://schemas.microsoft.com/office/drawing/2014/main" val="527735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Student name: (28-32pt font)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Engineering Discipline: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ysClr val="windowText" lastClr="000000"/>
                          </a:solidFill>
                        </a:rPr>
                        <a:t>Group: #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185205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9D4209-E7F6-4C39-0E35-342B421467DA}"/>
              </a:ext>
            </a:extLst>
          </p:cNvPr>
          <p:cNvSpPr/>
          <p:nvPr/>
        </p:nvSpPr>
        <p:spPr>
          <a:xfrm>
            <a:off x="14306523" y="9264868"/>
            <a:ext cx="6598800" cy="12591186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Inter-discipline comparison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E2C0BD-64E9-9A3B-8234-6B1F590ECE88}"/>
              </a:ext>
            </a:extLst>
          </p:cNvPr>
          <p:cNvSpPr/>
          <p:nvPr/>
        </p:nvSpPr>
        <p:spPr>
          <a:xfrm>
            <a:off x="7380790" y="4166550"/>
            <a:ext cx="6598800" cy="11550398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Methodology (Continued)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8B8CD6-AA13-0939-DB8A-F73E56D8F898}"/>
              </a:ext>
            </a:extLst>
          </p:cNvPr>
          <p:cNvSpPr/>
          <p:nvPr/>
        </p:nvSpPr>
        <p:spPr>
          <a:xfrm>
            <a:off x="454870" y="4156311"/>
            <a:ext cx="6598800" cy="11505129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~Problem Definition / Technical Challenge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4B9745-8E3B-2337-97E6-3E49521E9A5D}"/>
              </a:ext>
            </a:extLst>
          </p:cNvPr>
          <p:cNvSpPr/>
          <p:nvPr/>
        </p:nvSpPr>
        <p:spPr>
          <a:xfrm>
            <a:off x="7380790" y="16030919"/>
            <a:ext cx="6598800" cy="10981737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Intra-discipline comparison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9811CE-8ED1-BFEA-ED9D-BE31E3120AB2}"/>
              </a:ext>
            </a:extLst>
          </p:cNvPr>
          <p:cNvSpPr/>
          <p:nvPr/>
        </p:nvSpPr>
        <p:spPr>
          <a:xfrm>
            <a:off x="14318145" y="22159786"/>
            <a:ext cx="6598800" cy="4852870"/>
          </a:xfrm>
          <a:prstGeom prst="roundRect">
            <a:avLst>
              <a:gd name="adj" fmla="val 5321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Conclusion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365F777-EFE6-A649-5C97-2C74E0894E58}"/>
              </a:ext>
            </a:extLst>
          </p:cNvPr>
          <p:cNvSpPr/>
          <p:nvPr/>
        </p:nvSpPr>
        <p:spPr>
          <a:xfrm>
            <a:off x="14318145" y="4166550"/>
            <a:ext cx="6598800" cy="4784346"/>
          </a:xfrm>
          <a:prstGeom prst="roundRect">
            <a:avLst>
              <a:gd name="adj" fmla="val 3643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chemeClr val="tx1"/>
                </a:solidFill>
              </a:rPr>
              <a:t>Intra-discipline comparison</a:t>
            </a:r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160A59-00EB-7184-569C-503036C9CAB6}"/>
              </a:ext>
            </a:extLst>
          </p:cNvPr>
          <p:cNvGrpSpPr/>
          <p:nvPr/>
        </p:nvGrpSpPr>
        <p:grpSpPr>
          <a:xfrm>
            <a:off x="0" y="28650910"/>
            <a:ext cx="21383625" cy="1927460"/>
            <a:chOff x="0" y="28650910"/>
            <a:chExt cx="21383625" cy="1927460"/>
          </a:xfrm>
        </p:grpSpPr>
        <p:sp>
          <p:nvSpPr>
            <p:cNvPr id="20" name="Picture Placeholder 13">
              <a:extLst>
                <a:ext uri="{FF2B5EF4-FFF2-40B4-BE49-F238E27FC236}">
                  <a16:creationId xmlns:a16="http://schemas.microsoft.com/office/drawing/2014/main" id="{DDF98C5D-0C6A-241F-21E7-67315239E9F7}"/>
                </a:ext>
              </a:extLst>
            </p:cNvPr>
            <p:cNvSpPr txBox="1">
              <a:spLocks/>
            </p:cNvSpPr>
            <p:nvPr/>
          </p:nvSpPr>
          <p:spPr>
            <a:xfrm>
              <a:off x="13280485" y="28814368"/>
              <a:ext cx="7968343" cy="728543"/>
            </a:xfrm>
            <a:prstGeom prst="rect">
              <a:avLst/>
            </a:prstGeom>
          </p:spPr>
          <p:txBody>
            <a:bodyPr/>
            <a:lstStyle>
              <a:lvl1pPr marL="0" indent="0" algn="l" defTabSz="2138324" rtl="0" eaLnBrk="1" latinLnBrk="0" hangingPunct="1">
                <a:lnSpc>
                  <a:spcPct val="90000"/>
                </a:lnSpc>
                <a:spcBef>
                  <a:spcPts val="2339"/>
                </a:spcBef>
                <a:buFont typeface="Arial" panose="020B0604020202020204" pitchFamily="34" charset="0"/>
                <a:buNone/>
                <a:defRPr sz="6548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1603743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561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672906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67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742068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11230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880392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6949554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018717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087879" indent="-534581" algn="l" defTabSz="2138324" rtl="0" eaLnBrk="1" latinLnBrk="0" hangingPunct="1">
                <a:lnSpc>
                  <a:spcPct val="90000"/>
                </a:lnSpc>
                <a:spcBef>
                  <a:spcPts val="1169"/>
                </a:spcBef>
                <a:buFont typeface="Arial" panose="020B0604020202020204" pitchFamily="34" charset="0"/>
                <a:buChar char="•"/>
                <a:defRPr sz="420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(32pt) @bristol.ac.uk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4802A76-7DEA-253A-A086-CBD7AB4E0755}"/>
                </a:ext>
              </a:extLst>
            </p:cNvPr>
            <p:cNvSpPr/>
            <p:nvPr userDrawn="1"/>
          </p:nvSpPr>
          <p:spPr>
            <a:xfrm>
              <a:off x="12456543" y="28665748"/>
              <a:ext cx="8927082" cy="1601547"/>
            </a:xfrm>
            <a:prstGeom prst="rect">
              <a:avLst/>
            </a:prstGeom>
            <a:solidFill>
              <a:srgbClr val="AB1F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Freeform: Shape 10">
              <a:extLst>
                <a:ext uri="{FF2B5EF4-FFF2-40B4-BE49-F238E27FC236}">
                  <a16:creationId xmlns:a16="http://schemas.microsoft.com/office/drawing/2014/main" id="{429B2CED-16CB-E571-DF24-6A342127E01B}"/>
                </a:ext>
              </a:extLst>
            </p:cNvPr>
            <p:cNvSpPr/>
            <p:nvPr userDrawn="1"/>
          </p:nvSpPr>
          <p:spPr>
            <a:xfrm>
              <a:off x="0" y="28650910"/>
              <a:ext cx="15596560" cy="1624302"/>
            </a:xfrm>
            <a:custGeom>
              <a:avLst/>
              <a:gdLst>
                <a:gd name="csX0" fmla="*/ 1905087 w 15596560"/>
                <a:gd name="csY0" fmla="*/ 0 h 2444448"/>
                <a:gd name="csX1" fmla="*/ 15596560 w 15596560"/>
                <a:gd name="csY1" fmla="*/ 0 h 2444448"/>
                <a:gd name="csX2" fmla="*/ 13933014 w 15596560"/>
                <a:gd name="csY2" fmla="*/ 2444448 h 2444448"/>
                <a:gd name="csX3" fmla="*/ 8927082 w 15596560"/>
                <a:gd name="csY3" fmla="*/ 2444448 h 2444448"/>
                <a:gd name="csX4" fmla="*/ 241541 w 15596560"/>
                <a:gd name="csY4" fmla="*/ 2444448 h 2444448"/>
                <a:gd name="csX5" fmla="*/ 0 w 15596560"/>
                <a:gd name="csY5" fmla="*/ 2444448 h 2444448"/>
                <a:gd name="csX6" fmla="*/ 0 w 15596560"/>
                <a:gd name="csY6" fmla="*/ 9164 h 2444448"/>
                <a:gd name="csX7" fmla="*/ 1898851 w 15596560"/>
                <a:gd name="csY7" fmla="*/ 9164 h 2444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5596560" h="2444448">
                  <a:moveTo>
                    <a:pt x="1905087" y="0"/>
                  </a:moveTo>
                  <a:lnTo>
                    <a:pt x="15596560" y="0"/>
                  </a:lnTo>
                  <a:lnTo>
                    <a:pt x="13933014" y="2444448"/>
                  </a:lnTo>
                  <a:lnTo>
                    <a:pt x="8927082" y="2444448"/>
                  </a:lnTo>
                  <a:lnTo>
                    <a:pt x="241541" y="2444448"/>
                  </a:lnTo>
                  <a:lnTo>
                    <a:pt x="0" y="2444448"/>
                  </a:lnTo>
                  <a:lnTo>
                    <a:pt x="0" y="9164"/>
                  </a:lnTo>
                  <a:lnTo>
                    <a:pt x="1898851" y="91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A81C5792-E130-5884-93E5-0783DAFC4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0190" y="28829710"/>
              <a:ext cx="4113309" cy="118952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A0DA84B-F568-ADA5-0054-1191F25862A6}"/>
                </a:ext>
              </a:extLst>
            </p:cNvPr>
            <p:cNvSpPr txBox="1"/>
            <p:nvPr/>
          </p:nvSpPr>
          <p:spPr>
            <a:xfrm>
              <a:off x="5981158" y="28824044"/>
              <a:ext cx="771753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dirty="0"/>
                <a:t>MSc Aerospace Group Design Project</a:t>
              </a:r>
              <a:br>
                <a:rPr lang="en-GB" sz="3600" dirty="0"/>
              </a:br>
              <a:r>
                <a:rPr lang="en-GB" sz="3600" dirty="0"/>
                <a:t>Individual Poster</a:t>
              </a:r>
            </a:p>
            <a:p>
              <a:pPr algn="r"/>
              <a:endParaRPr lang="en-GB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972286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dca5d32-382a-47b3-9276-4a0fd1b23cb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D7DA325ACA954F8776FB804CC9002E" ma:contentTypeVersion="14" ma:contentTypeDescription="Create a new document." ma:contentTypeScope="" ma:versionID="9c1e7b23beb2d79d432a4c4e0c985f3c">
  <xsd:schema xmlns:xsd="http://www.w3.org/2001/XMLSchema" xmlns:xs="http://www.w3.org/2001/XMLSchema" xmlns:p="http://schemas.microsoft.com/office/2006/metadata/properties" xmlns:ns3="adca5d32-382a-47b3-9276-4a0fd1b23cbf" xmlns:ns4="4e2ca8e0-6726-4726-bfac-76d51bc60b4b" targetNamespace="http://schemas.microsoft.com/office/2006/metadata/properties" ma:root="true" ma:fieldsID="f0677370c220aa34afc908a2daddc691" ns3:_="" ns4:_="">
    <xsd:import namespace="adca5d32-382a-47b3-9276-4a0fd1b23cbf"/>
    <xsd:import namespace="4e2ca8e0-6726-4726-bfac-76d51bc60b4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a5d32-382a-47b3-9276-4a0fd1b23c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2ca8e0-6726-4726-bfac-76d51bc60b4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863F60-0F5C-4147-8746-668192FAE5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C2CA78-75E7-4E64-A435-1ED47EBBD4D1}">
  <ds:schemaRefs>
    <ds:schemaRef ds:uri="4e2ca8e0-6726-4726-bfac-76d51bc60b4b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adca5d32-382a-47b3-9276-4a0fd1b23cbf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77920C8-7EC1-4454-A9C8-35E349EAD1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a5d32-382a-47b3-9276-4a0fd1b23cbf"/>
    <ds:schemaRef ds:uri="4e2ca8e0-6726-4726-bfac-76d51bc60b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425</Words>
  <Application>Microsoft Office PowerPoint</Application>
  <PresentationFormat>Custom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Edit Title (sentence case / font size 80pt-100pt) – 10 words max</vt:lpstr>
      <vt:lpstr>Edit Title (sentence case / font size 80pt-100pt) – 10 words max</vt:lpstr>
      <vt:lpstr>Edit Title (sentence case / font size 80pt-100pt) – 10 words max</vt:lpstr>
      <vt:lpstr>Edit Title (sentence case / font size 80pt-100pt) – 10 words max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umeir.khan.2018@bristol.ac.uk</dc:creator>
  <cp:lastModifiedBy>Fintan Healy</cp:lastModifiedBy>
  <cp:revision>27</cp:revision>
  <dcterms:created xsi:type="dcterms:W3CDTF">2021-04-29T14:38:47Z</dcterms:created>
  <dcterms:modified xsi:type="dcterms:W3CDTF">2026-02-27T14:48:48Z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0x01010040D7DA325ACA954F8776FB804CC9002E</vt:lpwstr>
  </property>
</Properties>
</file>